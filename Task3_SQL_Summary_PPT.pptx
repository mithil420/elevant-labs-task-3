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3: SQL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Short Summary of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Extract and analyze data using SQL</a:t>
            </a:r>
          </a:p>
          <a:p>
            <a:r>
              <a:t>✔ Tools: MySQL / PostgreSQL / SQLite</a:t>
            </a:r>
          </a:p>
          <a:p>
            <a:r>
              <a:t>• Work with SELECT, WHERE, ORDER BY, GROUP BY</a:t>
            </a:r>
          </a:p>
          <a:p>
            <a:r>
              <a:t>• Use JOINs (INNER, LEFT, RIGHT)</a:t>
            </a:r>
          </a:p>
          <a:p>
            <a:r>
              <a:t>• Apply subqueries</a:t>
            </a:r>
          </a:p>
          <a:p>
            <a:r>
              <a:t>• Use SUM, AVG and other aggregates</a:t>
            </a:r>
          </a:p>
          <a:p>
            <a:r>
              <a:t>• Create views</a:t>
            </a:r>
          </a:p>
          <a:p>
            <a:r>
              <a:t>• Optimize using indexes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Create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tables such as:</a:t>
            </a:r>
          </a:p>
          <a:p>
            <a:r>
              <a:t>• customers</a:t>
            </a:r>
          </a:p>
          <a:p>
            <a:r>
              <a:t>• products</a:t>
            </a:r>
          </a:p>
          <a:p>
            <a:r>
              <a:t>• orders</a:t>
            </a:r>
          </a:p>
          <a:p>
            <a:r>
              <a:t>• order_items</a:t>
            </a:r>
          </a:p>
          <a:p>
            <a:r>
              <a:t>Insert sample data for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Basic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operations:</a:t>
            </a:r>
          </a:p>
          <a:p>
            <a:r>
              <a:t>• SELECT specific columns</a:t>
            </a:r>
          </a:p>
          <a:p>
            <a:r>
              <a:t>• WHERE for filtering</a:t>
            </a:r>
          </a:p>
          <a:p>
            <a:r>
              <a:t>• ORDER BY for sorting</a:t>
            </a:r>
          </a:p>
          <a:p>
            <a:r>
              <a:t>• LIMIT top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Aggregates &amp; GROUP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</a:t>
            </a:r>
          </a:p>
          <a:p>
            <a:r>
              <a:t>• SUM() for revenue</a:t>
            </a:r>
          </a:p>
          <a:p>
            <a:r>
              <a:t>• AVG() for average values</a:t>
            </a:r>
          </a:p>
          <a:p>
            <a:r>
              <a:t>• COUNT() for totals</a:t>
            </a:r>
          </a:p>
          <a:p>
            <a:r>
              <a:t>• GROUP BY categories, customers,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joins to connect tables:</a:t>
            </a:r>
          </a:p>
          <a:p>
            <a:r>
              <a:t>• INNER JOIN – matching records</a:t>
            </a:r>
          </a:p>
          <a:p>
            <a:r>
              <a:t>• LEFT JOIN – all from left + matches</a:t>
            </a:r>
          </a:p>
          <a:p>
            <a:r>
              <a:t>• RIGHT JOIN – all from right (MySQL/Postgres)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subqueries to:</a:t>
            </a:r>
          </a:p>
          <a:p>
            <a:r>
              <a:t>• Find top customers</a:t>
            </a:r>
          </a:p>
          <a:p>
            <a:r>
              <a:t>• Compare order amounts</a:t>
            </a:r>
          </a:p>
          <a:p>
            <a:r>
              <a:t>• Filter based on computed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views for reusable logic:</a:t>
            </a:r>
          </a:p>
          <a:p>
            <a:r>
              <a:t>• order_revenue view</a:t>
            </a:r>
          </a:p>
          <a:p>
            <a:r>
              <a:t>• customer_summary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Index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indexes on:</a:t>
            </a:r>
          </a:p>
          <a:p>
            <a:r>
              <a:t>• customer_id in orders</a:t>
            </a:r>
          </a:p>
          <a:p>
            <a:r>
              <a:t>• product_id in order_items</a:t>
            </a:r>
          </a:p>
          <a:p>
            <a:r>
              <a:t>• order_date for time-based queries</a:t>
            </a:r>
          </a:p>
          <a:p>
            <a:r>
              <a:t>Use EXPLAIN to measure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Submit:</a:t>
            </a:r>
          </a:p>
          <a:p>
            <a:r>
              <a:t>• SQL file with all queries</a:t>
            </a:r>
          </a:p>
          <a:p>
            <a:r>
              <a:t>• Screenshots of outputs</a:t>
            </a:r>
          </a:p>
          <a:p>
            <a:r>
              <a:t>• EXPLAIN output before/after indexes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